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b4cf1f42d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b4cf1f42d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b4cf1f42d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b4cf1f42d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4cf1f42d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b4cf1f42d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b4cf1f42dc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b4cf1f42d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b4cf1f42dc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b4cf1f42dc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b4cf1f42dc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b4cf1f42dc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b4cf1f42dc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b4cf1f42dc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b4cf1f42dc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b4cf1f42dc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b4cf1f42dc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b4cf1f42dc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vi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8.png"/><Relationship Id="rId5" Type="http://schemas.openxmlformats.org/officeDocument/2006/relationships/image" Target="../media/image16.png"/><Relationship Id="rId6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4.png"/><Relationship Id="rId6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2.png"/><Relationship Id="rId4" Type="http://schemas.openxmlformats.org/officeDocument/2006/relationships/image" Target="../media/image6.png"/><Relationship Id="rId5" Type="http://schemas.openxmlformats.org/officeDocument/2006/relationships/image" Target="../media/image19.png"/><Relationship Id="rId6" Type="http://schemas.openxmlformats.org/officeDocument/2006/relationships/image" Target="../media/image3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7.png"/><Relationship Id="rId5" Type="http://schemas.openxmlformats.org/officeDocument/2006/relationships/image" Target="../media/image27.png"/><Relationship Id="rId6" Type="http://schemas.openxmlformats.org/officeDocument/2006/relationships/image" Target="../media/image2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3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Relationship Id="rId5" Type="http://schemas.openxmlformats.org/officeDocument/2006/relationships/image" Target="../media/image1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13.png"/><Relationship Id="rId5" Type="http://schemas.openxmlformats.org/officeDocument/2006/relationships/image" Target="../media/image17.png"/><Relationship Id="rId6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2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7075" y="508050"/>
            <a:ext cx="5753100" cy="3800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550025" cy="12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780250"/>
            <a:ext cx="4077875" cy="2446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41247" y="392950"/>
            <a:ext cx="4405500" cy="1686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148725" y="2259025"/>
            <a:ext cx="4608925" cy="24982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2638226" cy="216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99650" y="152400"/>
            <a:ext cx="4715354" cy="2164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75526" y="2571750"/>
            <a:ext cx="3526448" cy="252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64774" y="2571750"/>
            <a:ext cx="4119591" cy="252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16850" cy="1778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1930750"/>
            <a:ext cx="4269682" cy="306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082526" y="166100"/>
            <a:ext cx="3920365" cy="211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151238" y="1665775"/>
            <a:ext cx="1914525" cy="384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3281150" cy="2111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92075" y="234475"/>
            <a:ext cx="3606950" cy="2227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2614700"/>
            <a:ext cx="3848893" cy="237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71999" y="2874600"/>
            <a:ext cx="2945975" cy="198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3800975" cy="2588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8600" y="2740925"/>
            <a:ext cx="3716550" cy="239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15050" y="275500"/>
            <a:ext cx="1838325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05300" y="152400"/>
            <a:ext cx="2654300" cy="229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445325" y="2645125"/>
            <a:ext cx="5524500" cy="2057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3339376" cy="1872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4775" y="2571750"/>
            <a:ext cx="3672100" cy="1805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42200" y="261825"/>
            <a:ext cx="4224825" cy="19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4175600" cy="1489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0150" y="2218000"/>
            <a:ext cx="4361850" cy="2736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2000" y="304800"/>
            <a:ext cx="4078136" cy="1913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477463" y="2781375"/>
            <a:ext cx="4267200" cy="21731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3471242" cy="241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2875" y="3148225"/>
            <a:ext cx="5572125" cy="1162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41142" y="278913"/>
            <a:ext cx="5215557" cy="21663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